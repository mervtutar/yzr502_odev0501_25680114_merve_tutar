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017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 Robot için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Sensör Füzyonu ile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Lokalizasyon Simülasyonu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Kalman Filtresi (EKF) Yaklaşımı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3716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YZR502u05a01 - ÖDEV0501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Merve Tutar</a:t>
            </a:r>
            <a:endParaRPr lang="en-US" sz="1200" dirty="0"/>
          </a:p>
        </p:txBody>
      </p:sp>
      <p:pic>
        <p:nvPicPr>
          <p:cNvPr id="8" name="Image 0" descr="sekil1_yorunge_karsilastir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57200"/>
            <a:ext cx="34747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Tanımı ve Motivasyon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54864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Yüksek frekanslı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Düşük gecikmeli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Kümülatif hata birikimi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Tekerlek kayması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Zamanla artan sapma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Mutlak konum bilgisi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Drift yok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Yüksek gürültü (σ=2.0m)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Düşük güncelleme hızı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Sinyal kayıpları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560320" cy="54864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2179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Füzyon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18288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Her iki sensörün avantajı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Optimal durum tahmini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Belirsizlik yönetimi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Düşük ve kararlı hata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Güvenilir lokalizasyon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Sensör füzyonu ile her bir sensörün dezavantajlarını dengelemek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Genişletilmiş Kalman Filtresi (EKF)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TAHMİN (Prediction)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Odometri verisiyle durum tahmini: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x̂⁻(k) = f( x̂(k-1), u(k) 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Kovaryans güncellemesi: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P⁻(k) = F·P(k-1)·Fᵀ + Q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Jacobian matrisi (doğrusallaştırma)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diag(0.05, 0.05, 0.005)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GÜNCELLEME (Update)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kazancı: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P⁻·Hᵀ·(H·P⁻·Hᵀ+R)⁻¹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güncelleme: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x̂(k) = x̂⁻(k) + K·[z - H·x̂⁻]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[[1,0,0],[0,1,0]] (GPS)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diag(4.0, 4.0)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Simülasyon Ortamı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Simülasyon Parametreleri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023360" cy="236829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modeli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Diferansiyel tahrikli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 vektörü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[x, y, θ]ᵀ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Yörünge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Kare (20m, 2 tur)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Zaman adımı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Δt = 0.1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Odometri gürültüsü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σᵥ=0.5, σω=0.1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gürültüsü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2.0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periyodu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0.3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Image 0" descr="sekil1_yorunge_karsilastir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14400"/>
            <a:ext cx="4023360" cy="3657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54880" y="4572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1. Yörünge karşılaştırması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Sonuçlar: Hata Analizi</a:t>
            </a:r>
            <a:endParaRPr lang="en-US" sz="3000" dirty="0"/>
          </a:p>
        </p:txBody>
      </p:sp>
      <p:pic>
        <p:nvPicPr>
          <p:cNvPr id="3" name="Image 0" descr="sekil2_hata_karsilastir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749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2. Zamana bağlı lokalizasyon hatası</a:t>
            </a:r>
            <a:endParaRPr lang="en-US" sz="1000" dirty="0"/>
          </a:p>
        </p:txBody>
      </p:sp>
      <p:pic>
        <p:nvPicPr>
          <p:cNvPr id="5" name="Image 1" descr="sekil4_xy_hata_bilesenler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05840"/>
            <a:ext cx="4023360" cy="2743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46320" y="3749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4. X ve Y hata bileşenleri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411480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4"/>
          <p:cNvSpPr/>
          <p:nvPr/>
        </p:nvSpPr>
        <p:spPr>
          <a:xfrm>
            <a:off x="548640" y="4114800"/>
            <a:ext cx="54864" cy="73152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5"/>
          <p:cNvSpPr/>
          <p:nvPr/>
        </p:nvSpPr>
        <p:spPr>
          <a:xfrm>
            <a:off x="822960" y="41148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Odometri hatası zamanla monoton artarken, EKF GPS güncellemeleriyle hatayı sürekli düzeltir.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Sonuçlar: Performans Metrikleri</a:t>
            </a:r>
            <a:endParaRPr lang="en-US" sz="3000" dirty="0"/>
          </a:p>
        </p:txBody>
      </p:sp>
      <p:pic>
        <p:nvPicPr>
          <p:cNvPr id="3" name="Image 0" descr="sekil5_rmse_karsilastir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93242"/>
            <a:ext cx="3108960" cy="22539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389120" y="1097280"/>
            <a:ext cx="43891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2"/>
          <p:cNvSpPr/>
          <p:nvPr/>
        </p:nvSpPr>
        <p:spPr>
          <a:xfrm>
            <a:off x="4389120" y="1097280"/>
            <a:ext cx="54864" cy="82296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4663440" y="10972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RMSE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75120" y="1097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19050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D7D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1.064 m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389120" y="2103120"/>
            <a:ext cx="43891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4389120" y="2103120"/>
            <a:ext cx="54864" cy="82296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4663440" y="2103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Odometri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19050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447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%64.5 ↓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389120" y="3108960"/>
            <a:ext cx="43891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4389120" y="3108960"/>
            <a:ext cx="54864" cy="822960"/>
          </a:xfrm>
          <a:prstGeom prst="rect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4663440" y="3108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GPS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7512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19050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70AD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%62.1 ↓</a:t>
            </a:r>
            <a:endParaRPr lang="en-US" sz="2600" dirty="0"/>
          </a:p>
        </p:txBody>
      </p:sp>
      <p:pic>
        <p:nvPicPr>
          <p:cNvPr id="16" name="Image 1" descr="sekil3_ekf_belirsizli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590" y="3047238"/>
            <a:ext cx="3756074" cy="204277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0" y="384048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belirsizliği, GPS güncellemeleriyle periyodik olarak azalır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 ve Değerlendirme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solidFill>
            <a:srgbClr val="25334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4864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tabanlı sensör füzyonu, odometri ve GPS'e kıyasla çok daha doğru lokalizasyon sağlar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solidFill>
            <a:srgbClr val="25334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54864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Odometri: kısa vadeli hassasiyet ↔ GPS: uzun vadeli kararlılık → EKF her ikisini birleştirir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solidFill>
            <a:srgbClr val="25334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54864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açısından %64.5 (odometriye göre) ve %62.1 (GPS'e göre) iyileştirme elde edilmiştir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7680960" cy="548640"/>
          </a:xfrm>
          <a:prstGeom prst="rect">
            <a:avLst/>
          </a:prstGeom>
          <a:solidFill>
            <a:srgbClr val="25334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54864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005840" y="33375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Kovaryans analizi, EKF'nin belirsizliği tutarlı biçimde yönettiğini doğrulamıştır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Gelecek Çalışmalar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entegrasyonu  •  UKF / Parçacık Filtresi karşılaştırması  •  Gerçek robot testi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Thrun S, Burgard W, Fox D. Probabilistic Robotics. MIT Press; 2005.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Siciliano B, Khatib O. Springer Handbook of Robotics. 2nd ed. Springer; 2016.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Borenstein J, et al. Mobile robot positioning: Sensors and techniques. J Robot Syst 1997; 14(4): 231-249.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Farrell JA, Barth M. The Global Positioning System and Inertial Navigation. McGraw-Hill; 1999.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Simon D. Optimal State Estimation: Kalman, H∞, and Nonlinear Approaches. Wiley; 2006.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Ristic B, et al. Beyond the Kalman Filter: Particle Filters for Tracking Applications. Artech House; 2004.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Welch G, Bishop G. An Introduction to the Kalman Filter. UNC Chapel Hill, TR 95-041; 2006.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Choset H, et al. Principles of Robot Motion. MIT Press; 2005.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614</Words>
  <Application>Microsoft Office PowerPoint</Application>
  <PresentationFormat>Ekran Gösterisi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 Robot için Sensör Füzyonu ile Lokalizasyon Simülasyonu</dc:title>
  <dc:subject>PptxGenJS Presentation</dc:subject>
  <dc:creator>[İsim Soyisim]</dc:creator>
  <cp:lastModifiedBy>MERVE TUTAR</cp:lastModifiedBy>
  <cp:revision>3</cp:revision>
  <dcterms:created xsi:type="dcterms:W3CDTF">2026-03-28T21:31:26Z</dcterms:created>
  <dcterms:modified xsi:type="dcterms:W3CDTF">2026-03-29T18:43:46Z</dcterms:modified>
</cp:coreProperties>
</file>